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E9F951D5-515D-4BA2-AA16-AF9D8CDF6EF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D3DA-1DE5-44A4-87F3-7EF7DF9B440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42C1C-6340-4CFB-96FE-C10C9C88C2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499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D3DA-1DE5-44A4-87F3-7EF7DF9B440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42C1C-6340-4CFB-96FE-C10C9C88C2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914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D3DA-1DE5-44A4-87F3-7EF7DF9B440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42C1C-6340-4CFB-96FE-C10C9C88C2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300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D3DA-1DE5-44A4-87F3-7EF7DF9B440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42C1C-6340-4CFB-96FE-C10C9C88C2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779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D3DA-1DE5-44A4-87F3-7EF7DF9B440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42C1C-6340-4CFB-96FE-C10C9C88C2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152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D3DA-1DE5-44A4-87F3-7EF7DF9B440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42C1C-6340-4CFB-96FE-C10C9C88C2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30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D3DA-1DE5-44A4-87F3-7EF7DF9B440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42C1C-6340-4CFB-96FE-C10C9C88C2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274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D3DA-1DE5-44A4-87F3-7EF7DF9B440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42C1C-6340-4CFB-96FE-C10C9C88C2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13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D3DA-1DE5-44A4-87F3-7EF7DF9B440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42C1C-6340-4CFB-96FE-C10C9C88C2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272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D3DA-1DE5-44A4-87F3-7EF7DF9B440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42C1C-6340-4CFB-96FE-C10C9C88C2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888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D3DA-1DE5-44A4-87F3-7EF7DF9B440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42C1C-6340-4CFB-96FE-C10C9C88C2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113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6D3DA-1DE5-44A4-87F3-7EF7DF9B440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42C1C-6340-4CFB-96FE-C10C9C88C2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426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Python for Data Handling and Introduction to Machine Learning Libraries</a:t>
            </a:r>
            <a:endParaRPr lang="en-IN" b="1" dirty="0">
              <a:solidFill>
                <a:srgbClr val="7030A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64838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IN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Course: Applied Machine Learning Lab</a:t>
            </a:r>
          </a:p>
          <a:p>
            <a:pPr marL="0" indent="0" algn="ctr">
              <a:buNone/>
            </a:pPr>
            <a:r>
              <a:rPr lang="en-IN" b="1" dirty="0" smtClean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Learning Outcome</a:t>
            </a:r>
          </a:p>
          <a:p>
            <a:pPr marL="0" indent="0" algn="ctr">
              <a:buNone/>
            </a:pP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Understand the role of Python in data handling and gain practical knowledge of </a:t>
            </a:r>
            <a:r>
              <a:rPr lang="en-US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NumPy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, Pandas, </a:t>
            </a:r>
            <a:r>
              <a:rPr lang="en-US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Matplotlib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, and </a:t>
            </a:r>
            <a:r>
              <a:rPr lang="en-US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Scikit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-learn for machine learning applications.</a:t>
            </a:r>
          </a:p>
          <a:p>
            <a:pPr marL="0" indent="0" algn="ctr">
              <a:buNone/>
            </a:pPr>
            <a:r>
              <a:rPr lang="en-US" b="1" dirty="0" smtClean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Course Coordinator</a:t>
            </a:r>
          </a:p>
          <a:p>
            <a:pPr marL="0" indent="0" algn="ctr">
              <a:buNone/>
            </a:pPr>
            <a:r>
              <a:rPr lang="en-IN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Dr Sameera P</a:t>
            </a:r>
          </a:p>
          <a:p>
            <a:pPr marL="0" indent="0" algn="ctr">
              <a:buNone/>
            </a:pPr>
            <a:r>
              <a:rPr lang="en-IN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Postdoctoral Fellow, MSIS, MAHE, Manipal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016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685" y="1235691"/>
            <a:ext cx="10515600" cy="4250710"/>
          </a:xfrm>
        </p:spPr>
        <p:txBody>
          <a:bodyPr/>
          <a:lstStyle/>
          <a:p>
            <a:r>
              <a:rPr lang="en-IN" b="1" dirty="0" smtClean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Prerequisite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Basic Programming in Python</a:t>
            </a:r>
          </a:p>
          <a:p>
            <a:r>
              <a:rPr lang="en-US" b="1" dirty="0" smtClean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Learning Objectives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Understand why Python is widely used in Machine Learning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Perform numerical computations using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NumPy</a:t>
            </a: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Handle datasets using Pandas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Visualize data using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Matplotlib</a:t>
            </a: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Understand the workflow of a machine learning project.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775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Why Python for Machine Learning?</a:t>
            </a:r>
            <a:endParaRPr lang="en-IN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5562"/>
            <a:ext cx="10515600" cy="5148979"/>
          </a:xfrm>
        </p:spPr>
        <p:txBody>
          <a:bodyPr/>
          <a:lstStyle/>
          <a:p>
            <a:r>
              <a:rPr lang="en-US" dirty="0" smtClean="0"/>
              <a:t>Simple and easy-to-read syntax</a:t>
            </a:r>
          </a:p>
          <a:p>
            <a:r>
              <a:rPr lang="en-US" dirty="0" smtClean="0"/>
              <a:t>Open-source programming language</a:t>
            </a:r>
          </a:p>
          <a:p>
            <a:r>
              <a:rPr lang="en-US" dirty="0" smtClean="0"/>
              <a:t>Large developer community</a:t>
            </a:r>
          </a:p>
          <a:p>
            <a:r>
              <a:rPr lang="en-US" dirty="0" smtClean="0"/>
              <a:t>Rich collection of libraries</a:t>
            </a:r>
          </a:p>
          <a:p>
            <a:r>
              <a:rPr lang="en-US" dirty="0" smtClean="0"/>
              <a:t>Platform independent</a:t>
            </a:r>
          </a:p>
          <a:p>
            <a:r>
              <a:rPr lang="en-US" dirty="0" smtClean="0"/>
              <a:t>Supports rapid prototyping</a:t>
            </a:r>
          </a:p>
          <a:p>
            <a:r>
              <a:rPr lang="en-US" dirty="0" smtClean="0"/>
              <a:t>Easy integration with AI and Deep Learning frameworks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C00000"/>
                </a:solidFill>
              </a:rPr>
              <a:t>Popular Python Libraries</a:t>
            </a:r>
          </a:p>
          <a:p>
            <a:pPr marL="0" indent="0">
              <a:buNone/>
            </a:pPr>
            <a:r>
              <a:rPr lang="en-IN" dirty="0" err="1" smtClean="0"/>
              <a:t>NumPy</a:t>
            </a:r>
            <a:r>
              <a:rPr lang="en-IN" dirty="0" smtClean="0"/>
              <a:t>, Pandas, </a:t>
            </a:r>
            <a:r>
              <a:rPr lang="en-IN" dirty="0" err="1" smtClean="0"/>
              <a:t>Matplotlib</a:t>
            </a:r>
            <a:r>
              <a:rPr lang="en-IN" dirty="0" smtClean="0"/>
              <a:t>, </a:t>
            </a:r>
            <a:r>
              <a:rPr lang="en-IN" dirty="0" err="1" smtClean="0"/>
              <a:t>Scikit</a:t>
            </a:r>
            <a:r>
              <a:rPr lang="en-IN" dirty="0" smtClean="0"/>
              <a:t>-learn, </a:t>
            </a:r>
            <a:r>
              <a:rPr lang="en-IN" dirty="0" err="1" smtClean="0"/>
              <a:t>TensorFlow</a:t>
            </a:r>
            <a:r>
              <a:rPr lang="en-IN" dirty="0" smtClean="0"/>
              <a:t>, </a:t>
            </a:r>
            <a:r>
              <a:rPr lang="en-IN" dirty="0" err="1" smtClean="0"/>
              <a:t>PyTorch</a:t>
            </a:r>
            <a:r>
              <a:rPr lang="en-IN" dirty="0" smtClean="0"/>
              <a:t>, </a:t>
            </a:r>
            <a:r>
              <a:rPr lang="en-IN" dirty="0" err="1" smtClean="0"/>
              <a:t>OpenCV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4917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723" y="0"/>
            <a:ext cx="11592232" cy="6740013"/>
          </a:xfrm>
        </p:spPr>
      </p:pic>
    </p:spTree>
    <p:extLst>
      <p:ext uri="{BB962C8B-B14F-4D97-AF65-F5344CB8AC3E}">
        <p14:creationId xmlns:p14="http://schemas.microsoft.com/office/powerpoint/2010/main" val="1347117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194" y="486697"/>
            <a:ext cx="11135032" cy="6164826"/>
          </a:xfrm>
        </p:spPr>
      </p:pic>
    </p:spTree>
    <p:extLst>
      <p:ext uri="{BB962C8B-B14F-4D97-AF65-F5344CB8AC3E}">
        <p14:creationId xmlns:p14="http://schemas.microsoft.com/office/powerpoint/2010/main" val="2031539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4512"/>
            <a:ext cx="10515600" cy="1316191"/>
          </a:xfrm>
        </p:spPr>
        <p:txBody>
          <a:bodyPr/>
          <a:lstStyle/>
          <a:p>
            <a:pPr algn="ctr"/>
            <a:r>
              <a:rPr lang="en-IN" b="1" dirty="0" smtClean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Introduction to </a:t>
            </a:r>
            <a:r>
              <a:rPr lang="en-IN" b="1" dirty="0" err="1" smtClean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NumPy</a:t>
            </a:r>
            <a:endParaRPr lang="en-IN" b="1" dirty="0">
              <a:solidFill>
                <a:srgbClr val="7030A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81316"/>
            <a:ext cx="10515600" cy="1548582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is </a:t>
            </a:r>
            <a:r>
              <a:rPr lang="en-US" b="1" dirty="0" err="1" smtClean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NumPy</a:t>
            </a:r>
            <a:r>
              <a:rPr lang="en-US" b="1" dirty="0" smtClean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?</a:t>
            </a:r>
          </a:p>
          <a:p>
            <a:pPr marL="0" indent="0" algn="just">
              <a:buNone/>
            </a:pP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NumPy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(Numerical Python) is the fundamental package for numerical computing in Python.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168" y="3451124"/>
            <a:ext cx="512014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Features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Multi-dimensional arrays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Fast mathematical operations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Matrix manipulation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Statistical functions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Random number generation</a:t>
            </a:r>
            <a:endParaRPr lang="en-US" sz="28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25263" y="3451124"/>
            <a:ext cx="512014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Applications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Image processing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Scientific computing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Machine Learning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Signal processing</a:t>
            </a:r>
          </a:p>
        </p:txBody>
      </p:sp>
    </p:spTree>
    <p:extLst>
      <p:ext uri="{BB962C8B-B14F-4D97-AF65-F5344CB8AC3E}">
        <p14:creationId xmlns:p14="http://schemas.microsoft.com/office/powerpoint/2010/main" val="145742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NumPy</a:t>
            </a:r>
            <a:r>
              <a:rPr lang="en-IN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Activities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Activity 1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Creating arrays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Activity </a:t>
            </a:r>
            <a:r>
              <a:rPr lang="en-IN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Matrix Operation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Activity 3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Statistics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5712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60436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Introduction to Pandas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0436"/>
            <a:ext cx="10515600" cy="1563330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is Pandas</a:t>
            </a:r>
            <a:r>
              <a:rPr lang="en-US" b="1" dirty="0" smtClean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?</a:t>
            </a:r>
          </a:p>
          <a:p>
            <a:pPr marL="0" indent="0" algn="just"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Pandas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is an open-source Python library used for loading, organizing, manipulating, analyzing, and cleaning structured data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indent="0" algn="just">
              <a:buNone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86349" y="2912603"/>
            <a:ext cx="421803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Applications of Pandas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Reading CSV files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Reading Excel files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Data Cleaning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Missing Value Handling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Sorting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Filtering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Statistical Analysis</a:t>
            </a:r>
            <a:r>
              <a:rPr lang="en-US" sz="2800" dirty="0"/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2026" y="3038168"/>
            <a:ext cx="473177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Pandas provide two types of Data Structures</a:t>
            </a:r>
          </a:p>
          <a:p>
            <a:pPr marL="342900" indent="-342900">
              <a:buAutoNum type="arabicPeriod"/>
            </a:pPr>
            <a:r>
              <a:rPr lang="en-IN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Series</a:t>
            </a:r>
          </a:p>
          <a:p>
            <a:pPr marL="342900" indent="-342900">
              <a:buAutoNum type="arabicPeriod"/>
            </a:pPr>
            <a:r>
              <a:rPr lang="en-IN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Data Frames</a:t>
            </a:r>
            <a:endParaRPr lang="en-IN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995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40" y="368710"/>
            <a:ext cx="11400502" cy="6327058"/>
          </a:xfrm>
        </p:spPr>
      </p:pic>
    </p:spTree>
    <p:extLst>
      <p:ext uri="{BB962C8B-B14F-4D97-AF65-F5344CB8AC3E}">
        <p14:creationId xmlns:p14="http://schemas.microsoft.com/office/powerpoint/2010/main" val="3996655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Pandas 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Activities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751439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dirty="0" smtClean="0"/>
              <a:t>Activity 1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 smtClean="0"/>
              <a:t>Create Data Frame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 smtClean="0"/>
              <a:t>Activity 2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 smtClean="0"/>
              <a:t>Reading Dataset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 smtClean="0"/>
              <a:t>Activity 3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Basic Operations</a:t>
            </a:r>
            <a:endParaRPr lang="en-IN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 smtClean="0"/>
              <a:t>Activity 1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Selecting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7497" y="1825625"/>
            <a:ext cx="4466303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b="1" dirty="0"/>
              <a:t>Activity 5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2800" dirty="0" smtClean="0"/>
              <a:t>Filtering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b="1" dirty="0"/>
              <a:t>Activity </a:t>
            </a:r>
            <a:r>
              <a:rPr lang="en-IN" sz="2800" b="1" dirty="0" smtClean="0"/>
              <a:t>6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2800" dirty="0" smtClean="0"/>
              <a:t>Sorting</a:t>
            </a:r>
            <a:endParaRPr lang="en-IN" sz="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0071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Introduction to </a:t>
            </a:r>
            <a:r>
              <a:rPr lang="en-IN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Matplotlib</a:t>
            </a:r>
            <a:endParaRPr lang="en-IN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5562"/>
            <a:ext cx="10515600" cy="491300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What is </a:t>
            </a:r>
            <a:r>
              <a:rPr lang="en-US" b="1" dirty="0" err="1">
                <a:solidFill>
                  <a:srgbClr val="C00000"/>
                </a:solidFill>
              </a:rPr>
              <a:t>Matplotlib</a:t>
            </a:r>
            <a:r>
              <a:rPr lang="en-US" b="1" dirty="0" smtClean="0">
                <a:solidFill>
                  <a:srgbClr val="C00000"/>
                </a:solidFill>
              </a:rPr>
              <a:t>?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err="1" smtClean="0"/>
              <a:t>Matplotlib</a:t>
            </a:r>
            <a:r>
              <a:rPr lang="en-US" dirty="0" smtClean="0"/>
              <a:t> </a:t>
            </a:r>
            <a:r>
              <a:rPr lang="en-US" dirty="0"/>
              <a:t>is a Python visualization library used for creating static, interactive, and animated graphs.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It </a:t>
            </a:r>
            <a:r>
              <a:rPr lang="en-US" dirty="0"/>
              <a:t>helps transform numerical data into visual representations, making patterns, trends, and relationships easier to understand</a:t>
            </a:r>
            <a:r>
              <a:rPr lang="en-US" dirty="0" smtClean="0"/>
              <a:t>.</a:t>
            </a:r>
          </a:p>
          <a:p>
            <a:r>
              <a:rPr lang="en-US" b="1" dirty="0">
                <a:solidFill>
                  <a:srgbClr val="00B050"/>
                </a:solidFill>
              </a:rPr>
              <a:t>Key Features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Works </a:t>
            </a:r>
            <a:r>
              <a:rPr lang="en-US" dirty="0"/>
              <a:t>seamlessly with </a:t>
            </a:r>
            <a:r>
              <a:rPr lang="en-US" dirty="0" err="1"/>
              <a:t>NumPy</a:t>
            </a:r>
            <a:r>
              <a:rPr lang="en-US" dirty="0"/>
              <a:t> and Pandas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Supports a wide variety of plots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Highly customizable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Produces publication-quality figures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9509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Matplotlib</a:t>
            </a:r>
            <a:r>
              <a:rPr lang="en-IN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Activities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Activity 1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Line Plot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Activity 2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Scatter Plot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Activity 3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Histogram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Activity 4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Bar Chart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5446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17639"/>
          </a:xfrm>
        </p:spPr>
        <p:txBody>
          <a:bodyPr/>
          <a:lstStyle/>
          <a:p>
            <a:pPr algn="ctr"/>
            <a:r>
              <a:rPr lang="en-IN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Scikit</a:t>
            </a:r>
            <a:r>
              <a:rPr lang="en-IN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-learn: Machine Learning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17639"/>
            <a:ext cx="10515600" cy="5279922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What is </a:t>
            </a:r>
            <a:r>
              <a:rPr lang="en-US" b="1" dirty="0" err="1"/>
              <a:t>Scikit</a:t>
            </a:r>
            <a:r>
              <a:rPr lang="en-US" b="1" dirty="0"/>
              <a:t>-learn?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An open-source </a:t>
            </a:r>
            <a:r>
              <a:rPr lang="en-US" b="1" dirty="0"/>
              <a:t>Python library for machine learning</a:t>
            </a:r>
            <a:r>
              <a:rPr lang="en-US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Built on </a:t>
            </a:r>
            <a:r>
              <a:rPr lang="en-US" b="1" dirty="0" err="1"/>
              <a:t>NumPy</a:t>
            </a:r>
            <a:r>
              <a:rPr lang="en-US" b="1" dirty="0"/>
              <a:t>, </a:t>
            </a:r>
            <a:r>
              <a:rPr lang="en-US" b="1" dirty="0" err="1"/>
              <a:t>SciPy</a:t>
            </a:r>
            <a:r>
              <a:rPr lang="en-US" b="1" dirty="0"/>
              <a:t>, and </a:t>
            </a:r>
            <a:r>
              <a:rPr lang="en-US" b="1" dirty="0" err="1"/>
              <a:t>Matplotlib</a:t>
            </a:r>
            <a:r>
              <a:rPr lang="en-US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Provides ready-to-use implementations of common ML algorithms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Supports the complete ML workflow:</a:t>
            </a:r>
            <a:br>
              <a:rPr lang="en-US" dirty="0"/>
            </a:br>
            <a:r>
              <a:rPr lang="en-US" b="1" dirty="0"/>
              <a:t>Data → Preprocessing → Model → Training → Evaluation → Prediction</a:t>
            </a:r>
            <a:r>
              <a:rPr lang="en-US" dirty="0"/>
              <a:t> </a:t>
            </a:r>
          </a:p>
          <a:p>
            <a:r>
              <a:rPr lang="en-US" b="1" dirty="0"/>
              <a:t>Why use </a:t>
            </a:r>
            <a:r>
              <a:rPr lang="en-US" b="1" dirty="0" err="1"/>
              <a:t>Scikit</a:t>
            </a:r>
            <a:r>
              <a:rPr lang="en-US" b="1" dirty="0"/>
              <a:t>-learn?</a:t>
            </a:r>
            <a:endParaRPr lang="en-US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Simple and consistent API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Reduces the need to implement algorithms from scratch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Useful for </a:t>
            </a:r>
            <a:r>
              <a:rPr lang="en-US" b="1" dirty="0"/>
              <a:t>classification, regression, clustering, and dimensionality reduction</a:t>
            </a:r>
            <a:r>
              <a:rPr lang="en-US" dirty="0"/>
              <a:t>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Provides tools for </a:t>
            </a:r>
            <a:r>
              <a:rPr lang="en-US" b="1" dirty="0"/>
              <a:t>model selection and performance evaluation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9624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52" y="353960"/>
            <a:ext cx="11533238" cy="6209071"/>
          </a:xfrm>
        </p:spPr>
      </p:pic>
    </p:spTree>
    <p:extLst>
      <p:ext uri="{BB962C8B-B14F-4D97-AF65-F5344CB8AC3E}">
        <p14:creationId xmlns:p14="http://schemas.microsoft.com/office/powerpoint/2010/main" val="2874001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446</Words>
  <Application>Microsoft Office PowerPoint</Application>
  <PresentationFormat>Widescreen</PresentationFormat>
  <Paragraphs>102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Wingdings</vt:lpstr>
      <vt:lpstr>Office Theme</vt:lpstr>
      <vt:lpstr>Python for Data Handling and Introduction to Machine Learning Libraries</vt:lpstr>
      <vt:lpstr>PowerPoint Presentation</vt:lpstr>
      <vt:lpstr>Why Python for Machine Learning?</vt:lpstr>
      <vt:lpstr>PowerPoint Presentation</vt:lpstr>
      <vt:lpstr>PowerPoint Presentation</vt:lpstr>
      <vt:lpstr>Introduction to NumPy</vt:lpstr>
      <vt:lpstr>NumPy Activities</vt:lpstr>
      <vt:lpstr>Introduction to Pandas</vt:lpstr>
      <vt:lpstr>PowerPoint Presentation</vt:lpstr>
      <vt:lpstr>Pandas Activities</vt:lpstr>
      <vt:lpstr>Introduction to Matplotlib</vt:lpstr>
      <vt:lpstr>Matplotlib Activities</vt:lpstr>
      <vt:lpstr>Scikit-learn: Machine Learning Library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for Data Handling and Introduction to Machine Learning Libraries</dc:title>
  <dc:creator>Dr Sameera P</dc:creator>
  <cp:lastModifiedBy>Dr Sameera P</cp:lastModifiedBy>
  <cp:revision>24</cp:revision>
  <dcterms:created xsi:type="dcterms:W3CDTF">2026-08-03T06:21:23Z</dcterms:created>
  <dcterms:modified xsi:type="dcterms:W3CDTF">2026-08-10T08:12:48Z</dcterms:modified>
</cp:coreProperties>
</file>